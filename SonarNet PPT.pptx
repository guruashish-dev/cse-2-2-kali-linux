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Sonar 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OSINT-Based Username Reconnaissance using Kali Linux</a:t>
            </a:r>
          </a:p>
          <a:p>
            <a:pPr/>
            <a:r>
              <a:t>Cybersecurity awareness and digital footprint analysis tool</a:t>
            </a:r>
          </a:p>
          <a:p>
            <a:pPr/>
            <a:r>
              <a:t>Identifies publicly exposed online identities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Username reuse across platforms creates traceable identity patterns</a:t>
            </a:r>
          </a:p>
          <a:p>
            <a:pPr/>
            <a:r>
              <a:t>Public data exposes personal and behavioral information</a:t>
            </a:r>
          </a:p>
          <a:p>
            <a:pPr/>
            <a:r>
              <a:t>Risks include social engineering, profiling, and privacy breaches</a:t>
            </a:r>
          </a:p>
          <a:p>
            <a:pPr/>
            <a:r>
              <a:t>Lack of awareness about digital footprint exposure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OSINT techniques to scan platforms and databases</a:t>
            </a:r>
          </a:p>
          <a:p>
            <a:pPr/>
            <a:r>
              <a:t>Detects accounts linked to a given username</a:t>
            </a:r>
          </a:p>
          <a:p>
            <a:pPr/>
            <a:r>
              <a:t>Aggregates and analyzes collected data</a:t>
            </a:r>
          </a:p>
          <a:p>
            <a:pPr/>
            <a:r>
              <a:t>Maps extent of user's online presence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Setup Kali Linux OSINT tools</a:t>
            </a:r>
          </a:p>
          <a:p>
            <a:pPr/>
            <a:r>
              <a:t>Step 2: Input target username</a:t>
            </a:r>
          </a:p>
          <a:p>
            <a:pPr/>
            <a:r>
              <a:t>Step 3: Scan websites and platforms</a:t>
            </a:r>
          </a:p>
          <a:p>
            <a:pPr/>
            <a:r>
              <a:t>Step 4: Collect and verify data</a:t>
            </a:r>
          </a:p>
          <a:p>
            <a:pPr/>
            <a:r>
              <a:t>Step 5: Analyze and generate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Generates digital exposure risk score</a:t>
            </a:r>
          </a:p>
          <a:p>
            <a:pPr/>
            <a:r>
              <a:t>Lists detected platforms and services</a:t>
            </a:r>
          </a:p>
          <a:p>
            <a:pPr/>
            <a:r>
              <a:t>Highlights potential vulnerabilities</a:t>
            </a:r>
          </a:p>
          <a:p>
            <a:pPr/>
            <a:r>
              <a:t>Provides recommendations for improving privacy and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